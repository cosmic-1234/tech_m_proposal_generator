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5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120640"/>
            <a:ext cx="12188952" cy="91440"/>
          </a:xfrm>
          <a:prstGeom prst="rect">
            <a:avLst/>
          </a:prstGeom>
          <a:solidFill>
            <a:srgbClr val="C8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>
                <a:solidFill>
                  <a:srgbClr val="FFFFFF"/>
                </a:solidFill>
                <a:latin typeface="Calibri Light"/>
              </a:rPr>
              <a:t>TECH MAHINDRA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CCDDFF"/>
                </a:solidFill>
                <a:latin typeface="Calibri Light"/>
              </a:rPr>
              <a:t>Solution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CCFF"/>
                </a:solidFill>
                <a:latin typeface="Calibri Light"/>
              </a:rPr>
              <a:t>Prepared for: DiagTest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931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899AA"/>
                </a:solidFill>
                <a:latin typeface="Calibri Light"/>
              </a:rPr>
              <a:t>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093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67788"/>
                </a:solidFill>
                <a:latin typeface="Calibri Light"/>
              </a:rPr>
              <a:t>CONFIDENTIAL | www.techmahindra.com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C8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 Light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80160"/>
            <a:ext cx="114300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22244"/>
                </a:solidFill>
                <a:latin typeface="Calibri Light"/>
              </a:rPr>
              <a:t>  1.  Tech Mahindra – Solution Proposal
  2.  Executive Summary
  3.  Architecture
  4.  Commercials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73152" cy="5760720"/>
          </a:xfrm>
          <a:prstGeom prst="rect">
            <a:avLst/>
          </a:prstGeom>
          <a:solidFill>
            <a:srgbClr val="C8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234440"/>
            <a:ext cx="11430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3A"/>
                </a:solidFill>
                <a:latin typeface="Calibri Light"/>
              </a:rPr>
              <a:t>  •  This is a test proposal.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2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Architecture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4712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035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 Light"/>
              </a:rPr>
              <a:t>Commercials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34440"/>
          <a:ext cx="1097280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4114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Role</a:t>
                      </a:r>
                    </a:p>
                  </a:txBody>
                  <a:tcPr>
                    <a:solidFill>
                      <a:srgbClr val="0035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Rate</a:t>
                      </a:r>
                    </a:p>
                  </a:txBody>
                  <a:tcPr>
                    <a:solidFill>
                      <a:srgbClr val="00357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00" b="0"/>
                        <a:t>Architect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$120/hr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5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029200"/>
            <a:ext cx="12188952" cy="91440"/>
          </a:xfrm>
          <a:prstGeom prst="rect">
            <a:avLst/>
          </a:prstGeom>
          <a:solidFill>
            <a:srgbClr val="C8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C8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8895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 Light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10896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DDFF"/>
                </a:solidFill>
                <a:latin typeface="Calibri Light"/>
              </a:rPr>
              <a:t>Tech Mahindra – Run Different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931920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899BB"/>
                </a:solidFill>
                <a:latin typeface="Calibri Light"/>
              </a:rPr>
              <a:t>www.techmahindra.com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