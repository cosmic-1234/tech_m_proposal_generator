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5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88952" cy="9144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 Light"/>
              </a:rPr>
              <a:t>TECH MAHINDRA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CDDFF"/>
                </a:solidFill>
                <a:latin typeface="Calibri Light"/>
              </a:rPr>
              <a:t>Solution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CCFF"/>
                </a:solidFill>
                <a:latin typeface="Calibri Light"/>
              </a:rPr>
              <a:t>Prepared for: HDFC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99AA"/>
                </a:solidFill>
                <a:latin typeface="Calibri Light"/>
              </a:rPr>
              <a:t>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7788"/>
                </a:solidFill>
                <a:latin typeface="Calibri Light"/>
              </a:rPr>
              <a:t>CONFIDENTIAL | www.techmahindra.com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44"/>
                </a:solidFill>
                <a:latin typeface="Calibri Light"/>
              </a:rPr>
              <a:t>  1.  Tech Mahindra – Solution Proposal for HDFC Bank
  2.  1. Executive Summary
  3.  2. Understanding Your Challenge
  4.  3. Our Proposed Solution
  5.  4. Solution Architecture
  6.  5. Team Structure &amp; Operating Model
  7.  6. Delivery Roadmap
  8.  7. Commercial Summary
  9.  8. Why Tech Mahindra?
  10.  9.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1.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3A"/>
                </a:solidFill>
                <a:latin typeface="Calibri Light"/>
              </a:rPr>
              <a:t>  •  We are pleased to submit our proposal for HDFC Bank's cloud-native core banking platform modernization project. Our team of experts will evaluate and recommend cloud-native core banking platforms, establish a long-term strategic technology partnership, ensure RBI regulatory compliance, and achieve a 99.999% system uptime SLA. Our solution will address HDFC Bank's scalability, performance, and digital channel gaps, ensuring seamless customer experiences. With our expertise and experience in delivering large-scale banking projects, we are confident that our solution will meet HDFC Bank's requirements and provide a strong foundation for future growth.
  •  Our proposed solution is built on a robust architecture that leverages cloud-native technologies to provide a scalable, secure, and highly available core banking platform. Our team will work closely with HDFC Bank to ensure that the solution meets all regulatory requirements and provides a seamless customer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2. Understanding Your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3A"/>
                </a:solidFill>
                <a:latin typeface="Calibri Light"/>
              </a:rPr>
              <a:t>  •  HDFC Bank is one of India's largest private sector banks, serving over 88 million customers through 8,700+ branches and 21,000+ ATMs across India. With a balance sheet size exceeding ₹35 trillion and a market capitalisation of ~₹12 trillion, HDFC Bank is a systemically important financial institution regulated by the Reserve Bank of India (RBI). As a result, HDFC Bank faces significant challenges in maintaining a scalable, secure, and highly available core banking system that meets the evolving needs of its customers and regulatory requirements.
  •  HDFC Bank's current core banking system is facing scalability and performance issues, leading to a decline in customer satisfaction and increased operational costs. Furthermore, the bank's digital channels are not integrated with its core banking system, resulting in a fragmented customer experience. To address these challenges, HDFC Bank needs a cloud-native core banking platform that provides a scalable, secure, and highly available architecture, ensuring seamless customer experiences and regulatory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3. Our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3A"/>
                </a:solidFill>
                <a:latin typeface="Calibri Light"/>
              </a:rPr>
              <a:t>  •  Our proposed solution is a cloud-native core banking platform modernization project that addresses HDFC Bank's scalability, performance, and digital channel gaps. Our solution will evaluate and recommend cloud-native core banking platforms, establish a long-term strategic technology partnership, ensure RBI regulatory compliance, and achieve a 99.999% system uptime SLA.
  •  Our solution will be built on a robust architecture that leverages cloud-native technologies, such as microservices, containerization, and serverless computing. This architecture will provide a scalable, secure, and highly available core banking platform that meets HDFC Bank's requirements and provides a seamless customer experience.
  •  Solution Components
  •  Cloud-Native Core Banking Platform: Our solution will evaluate and recommend cloud-native core banking platforms that meet HDFC Bank's requirements and provide a scalable, secure, and highly available architecture.
  •  Strategic Technology Partnership: Our solution will establish a long-term strategic technology partnership with HDFC Bank, ensuring that the bank has access to the latest technologies and expertise.
  •  RBI Regulatory Compliance: Our solution will ensure RBI regulatory compliance, ensuring that HDFC Bank's core banking system meets all regulatory requirements.
  •  System Uptime SLA: Our solution will achieve a 99.999% system uptime SLA, ensuring that HDFC Bank's core banking system is highly available and reliable.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4.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ourier New"/>
              </a:rPr>
              <a:t>graph LR
    A[Cloud-Native Core Banking Platform] --&gt;|APIs|&gt; B[Microservices]
    B --&gt;|Containerization|&gt; C[Containerized Applications]
    C --&gt;|Serverless Computing|&gt; D[Serverless Functions]
    D --&gt;|Event-Driven Architecture|&gt; E[Event-Driven System]
    E --&gt;|Message Queue|&gt; F[Message Queue]
    F --&gt;|Database|&gt; G[Database]
    G --&gt;|Security|&gt; H[Security]
    H --&gt;|Monitoring|&gt; I[Monitoring]
    I --&gt;|Analytics|&gt; J[Analytics]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5. Team Structure &amp;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3A"/>
                </a:solidFill>
                <a:latin typeface="Calibri Light"/>
              </a:rPr>
              <a:t>  •  Our team will consist of experienced professionals with expertise in cloud-native technologies, core banking systems, and RBI regulatory compliance. Our team structure will be as follows:
  •  Solution Architect: 2 onshore professionals with expertise in cloud-native technologies and core banking systems.
  •  Cloud Engineer: 4 offshore professionals with expertise in cloud engineering and DevOps.
  •  Core Banking Specialist: 2 nearshore professionals with expertise in core banking systems and RBI regulatory compliance.
  •  DevOps Engineer: 2 offshore professionals with expertise in DevOps and cloud engineering.
  •  AI/ML Engineer: 1 onshore professional with expertise in AI/ML and cloud-native technologies.
  •  QA Engineer: 2 offshore professionals with expertise in QA and testing.
  •  Project Manager: 1 onshore professional with expertise in project management and Agile methodologies.
  •  Business Analyst: 1 onshore professional with expertise in business analysis and requirements gathering.
  •  Technical Writer: 1 offshore professional with expertise in technical writing and documentation.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6. Delivery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3A"/>
                </a:solidFill>
                <a:latin typeface="Calibri Light"/>
              </a:rPr>
              <a:t>  •  Our delivery roadmap will be as follows:
  •  Phase 1: Requirements gathering and solution design (4 weeks)
  •  Phase 2: Solution development and testing (16 weeks)
  •  Phase 3: Deployment and integration (4 weeks)
  •  Phase 4: Testing and quality assurance (4 weeks)
  •  Phase 5: Deployment and go-live (2 weeks)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7. Commercial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035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0035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0035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Hrs/Month</a:t>
                      </a:r>
                    </a:p>
                  </a:txBody>
                  <a:tcPr>
                    <a:solidFill>
                      <a:srgbClr val="0035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Rate/hr</a:t>
                      </a:r>
                    </a:p>
                  </a:txBody>
                  <a:tcPr>
                    <a:solidFill>
                      <a:srgbClr val="0035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Monthly Cost</a:t>
                      </a:r>
                    </a:p>
                  </a:txBody>
                  <a:tcPr>
                    <a:solidFill>
                      <a:srgbClr val="00357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/>
                        <a:t>Solution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Onshore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$100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$16,000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/>
                        <a:t>Cloud Engineer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Offshore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240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$30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$7,200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/>
                        <a:t>Core Banking Specialist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Nearshore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$55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$8,800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/>
                        <a:t>DevOps Engineer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Offshore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160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$28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$4,480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/>
                        <a:t>AI/ML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Onshore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$110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$8,800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/>
                        <a:t>QA Engineer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Offshore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160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$25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$4,000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/>
                        <a:t>Project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Onshore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$90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$7,200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/>
                        <a:t>Business Analyst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Onshore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$80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$3,200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/>
                        <a:t>Technical Writer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Offshore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$800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/>
                        <a:t>Total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/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/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/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/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$56,480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8. Why Tech Mahindra?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3A"/>
                </a:solidFill>
                <a:latin typeface="Calibri Light"/>
              </a:rPr>
              <a:t>  •  We are a leading global provider of digital transformation, consulting, and business re-engineering services and solutions. Our expertise in cloud-native technologies, core banking systems, and RBI regulatory compliance makes us an ideal partner for HDFC Bank's cloud-native core banking platform modernization project.
  •  Our differentiators include:
  •  Expertise in cloud-native technologies and core banking systems
  •  Experience in delivering large-scale banking projects
  •  Strong understanding of RBI regulatory compliance
  •  Agile methodologies and flexible delivery models
  •  Global delivery capabilities with onshore, nearshore, and offshore teams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9.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3A"/>
                </a:solidFill>
                <a:latin typeface="Calibri Light"/>
              </a:rPr>
              <a:t>  •  We recommend the following next steps:
  •  Schedule a meeting with our team to discuss the proposal in detail
  •  Provide feedback on the proposal and request any additional information
  •  Schedule a site visit to HDFC Bank's premises to discuss the project in more detail
  •  Finalize the project scope, timeline, and budget
  •  Begin the project planning and execution phase
  •  We look forward to the opportunity to work with HDFC Bank and deliver a successful cloud-native core banking platform modernization project.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5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88952" cy="9144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DDFF"/>
                </a:solidFill>
                <a:latin typeface="Calibri Light"/>
              </a:rPr>
              <a:t>Tech Mahindra – Run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931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99BB"/>
                </a:solidFill>
                <a:latin typeface="Calibri Light"/>
              </a:rPr>
              <a:t>www.techmahindra.com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